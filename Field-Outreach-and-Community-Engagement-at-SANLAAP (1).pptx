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Kanit Light" panose="020B0604020202020204" charset="-34"/>
      <p:regular r:id="rId14"/>
    </p:embeddedFont>
    <p:embeddedFont>
      <p:font typeface="Martel Sans" panose="020B0604020202020204" charset="0"/>
      <p:regular r:id="rId15"/>
    </p:embeddedFont>
    <p:embeddedFont>
      <p:font typeface="Martel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14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3503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Field Outreach and Community Engagement at SANLAAP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90454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Internship Report Presentation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Afroja Khatun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| B.Tech CSE | IILM University, Greater Noida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Internship Period: 1 June 2026 – 30 June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About the Internship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88982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Scope of Engagement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374106"/>
            <a:ext cx="3504219" cy="3590925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Practical exposure to field outreach and community engagement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 on children and vulnerable groups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Field observation and direct interaction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child-protection procedures and mechanisms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Awareness activities and educational material preparation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About SANLAAP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Mission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Prevention of trafficking and exploitation of women and children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1458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Focus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Rehabilitation and empowerment of vulnerable women and children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Approach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Field-oriented and community-focused activities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Internship centre associated with Sealdah Station, Kolkata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176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05334"/>
            <a:ext cx="6296860" cy="17092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6388" y="1616770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Vulnerability at Railway Stations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546388" y="2017316"/>
            <a:ext cx="577240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Children around railway stations face high-risk situations — separation from family, lack of supervision, and exposure to exploitation.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97734"/>
            <a:ext cx="6296860" cy="14139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6388" y="3509169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Gaps in Early Identification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546388" y="3909715"/>
            <a:ext cx="57724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Without trained outreach workers, vulnerable children often go unidentified and disconnected from child-protection systems.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894858"/>
            <a:ext cx="6296860" cy="14139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6388" y="5106293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Need for Intervention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546388" y="5506839"/>
            <a:ext cx="57724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Structured outreach mechanisms and coordination with authorities are essential for prevention and timely support.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21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Internship Objectives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17638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1650" y="144770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159441" y="1472803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Field Observation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59441" y="1860352"/>
            <a:ext cx="305129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 outreach and observation techniques used in railway-station settings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2846586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1650" y="287664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59441" y="2901752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Child Identification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59441" y="3289300"/>
            <a:ext cx="30512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children who may be vulnerable, separated, or at risk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4037806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650" y="406787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159441" y="4092972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Child Help Desk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59441" y="4480520"/>
            <a:ext cx="30512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 procedures and role of the Child Help Desk in protection systems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1475" y="5229027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650" y="525909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159441" y="5284192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Legal Frameworks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59441" y="5671741"/>
            <a:ext cx="30512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Study the Juvenile Justice (JJ) Act and its practical application</a:t>
            </a:r>
            <a:endParaRPr lang="en-US" sz="12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88" y="2114054"/>
            <a:ext cx="5888287" cy="3336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Field Outreach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Child Help Desk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Basic Information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Safe Interaction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Identification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Observation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structured, step-by-step approach ensures every child in need is identified, assessed, and connected to appropriate protection mechanisms.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Major Internship Activities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Orientation &amp; Observation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Training in field observation techniques and outreach protocols at Sealdah station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Child Help Desk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Learned procedures, referral pathways, and the Juvenile Justice Act in practice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DIC Visit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Visited the Daycare and Information Centre to understand rehabilitation support services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Awareness Materials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Prepared women-focused educational leaflet; participated in community awareness programmes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44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Awareness &amp; Community Engagement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2113955"/>
            <a:ext cx="5888287" cy="33367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207" y="1485801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Community Engagement Initiatives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87207" y="1873349"/>
            <a:ext cx="3549264" cy="2995910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Women-Focused Leaflet: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Educational material addressing women's rights, safety, and available support resources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International Day Against Drug Abuse: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Awareness programme at Vidyanagar College — outreach to youth and community members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Community Outreach: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Engaged local communities on child protection and trafficking prevention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Educational Material: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Developed targeted resources for vulnerable populations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87207" y="5022850"/>
            <a:ext cx="3549264" cy="1039019"/>
          </a:xfrm>
          <a:prstGeom prst="roundRect">
            <a:avLst>
              <a:gd name="adj" fmla="val 6495"/>
            </a:avLst>
          </a:prstGeom>
          <a:solidFill>
            <a:srgbClr val="DFECE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838" y="5211266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9283" y="5185767"/>
            <a:ext cx="286655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awareness activities were conducted under supervision of SANLAAP field staff.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42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Internship Methodology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06525"/>
            <a:ext cx="803255" cy="96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1251" y="1567160"/>
            <a:ext cx="992896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Orientation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601251" y="1900039"/>
            <a:ext cx="99289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Training on procedures, protocols, and sensitivity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370534"/>
            <a:ext cx="803255" cy="9640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1251" y="2531170"/>
            <a:ext cx="992896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Observation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601251" y="2864048"/>
            <a:ext cx="99289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Field-based learning and active monitoring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334544"/>
            <a:ext cx="803255" cy="9640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1251" y="3495179"/>
            <a:ext cx="992896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Guided Participation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601251" y="3828058"/>
            <a:ext cx="99289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Supervised engagement in live outreach activities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298553"/>
            <a:ext cx="803255" cy="9640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01251" y="4459188"/>
            <a:ext cx="992896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601251" y="4792067"/>
            <a:ext cx="99289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Recording activities, observations, and outcomes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262563"/>
            <a:ext cx="803255" cy="9640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01251" y="5423198"/>
            <a:ext cx="992896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Reflection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601251" y="5756077"/>
            <a:ext cx="992896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Analysis and structured learning from field experiences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176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Weekly Internship Reports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706066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Documentation Framework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124869"/>
            <a:ext cx="3534282" cy="3887788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Documentation: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Weekly reports prepared throughout the full internship period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Content: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Activities performed, field experiences, and direct observations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Learning Tracking: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Learning outcomes and measurable skill development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Outreach Record: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Community engagement and awareness activity logs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Reflection: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Professional insights and personal growth notes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Submission: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Regular reporting to supervisors and mentors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996" y="2045097"/>
            <a:ext cx="6227408" cy="35289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23913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Learning Outcomes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61475" y="1530747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8456" y="1697732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Field Skills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8456" y="2030611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observation and communication skills in real field settings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571849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8456" y="2738834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Child Protection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8456" y="3071713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Deeper understanding of protection mechanisms, support systems, and legal frameworks including the JJ Act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850680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456" y="401766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Material Development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8456" y="4350544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Practical experience preparing targeted awareness and educational materials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891782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456" y="5058767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Professional Conduct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8456" y="5391646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Teamwork, sensitivity, confidentiality, and responsible engagement with vulnerable communities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562</Words>
  <Application>Microsoft Office PowerPoint</Application>
  <PresentationFormat>Widescreen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Kanit Light</vt:lpstr>
      <vt:lpstr>Martel Sans</vt:lpstr>
      <vt:lpstr>Martel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afrojakhatun684@gmail.com</cp:lastModifiedBy>
  <cp:revision>1</cp:revision>
  <dcterms:created xsi:type="dcterms:W3CDTF">2026-08-29T15:52:32Z</dcterms:created>
  <dcterms:modified xsi:type="dcterms:W3CDTF">2026-08-29T15:58:33Z</dcterms:modified>
</cp:coreProperties>
</file>